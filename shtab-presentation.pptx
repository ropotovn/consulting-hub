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angl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Штаб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 Mini App для управления задачами и знаниями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v0.3  •  ropotovn.github.io/consulting-hub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Что такое Штаб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28800" cy="18288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67712"/>
            <a:ext cx="73152" cy="73152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Формат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395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 Mini App — открывается прямо из бота @ropotov_bot, кнопка «🚀 Штаб»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73152" cy="73152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70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Назначение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990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центр для ваших задач, заметок и базы знаний по консалтингу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456432"/>
            <a:ext cx="73152" cy="73152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Доступ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Только Никита и Саня — работает внутри Telegram на телефоне и десктопе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050792"/>
            <a:ext cx="73152" cy="73152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959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4178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TypeScript + Vite, хостинг на GitHub Pages, данные в JSON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Задачи — канбан-доска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468880" cy="2194560"/>
          </a:xfrm>
          <a:prstGeom prst="rectangle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2468880" cy="27432"/>
          </a:xfrm>
          <a:prstGeom prst="rectangl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колонки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выполнению / В работе / Готово. Перетаскивайте задачи между статусами.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468880" cy="2194560"/>
          </a:xfrm>
          <a:prstGeom prst="rectangle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920240"/>
            <a:ext cx="2468880" cy="27432"/>
          </a:xfrm>
          <a:prstGeom prst="rectangl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Фильтры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статусу, приоритету (Сейчас/Скоро/Потом) и исполнителю (Никита/Саня).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468880" cy="2194560"/>
          </a:xfrm>
          <a:prstGeom prst="rectangle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20240"/>
            <a:ext cx="2468880" cy="27432"/>
          </a:xfrm>
          <a:prstGeom prst="rectangle">
            <a:avLst/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Теги и сроки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Продукт, Маркетинг, Тех, Юр., Финансы. Дедлайны, комментарии, авторство.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База знаний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468880" cy="2194560"/>
          </a:xfrm>
          <a:prstGeom prst="rectangle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2468880" cy="27432"/>
          </a:xfrm>
          <a:prstGeom prst="rectangl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Markdown-заметки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Полноценный редактор с поддержкой форматирования, заголовков, таблиц и списков.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468880" cy="2194560"/>
          </a:xfrm>
          <a:prstGeom prst="rectangle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920240"/>
            <a:ext cx="2468880" cy="27432"/>
          </a:xfrm>
          <a:prstGeom prst="rectangle">
            <a:avLst/>
          </a:prstGeom>
          <a:solidFill>
            <a:srgbClr val="C084F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Связи и бэклинки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Связывайте заметки друг с другом. Автоматические обратные ссылки — как в Obsidian.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468880" cy="2194560"/>
          </a:xfrm>
          <a:prstGeom prst="rectangle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20240"/>
            <a:ext cx="2468880" cy="27432"/>
          </a:xfrm>
          <a:prstGeom prst="rectangle">
            <a:avLst/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Файловое дерево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заметки в боковой панели. Теги, даты обновления, быстрый поиск.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Как это работает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28800" cy="18288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67712"/>
            <a:ext cx="73152" cy="73152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Данные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395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и заметки хранятся в JSON на GitHub. Mini App подгружает их при запуске.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73152" cy="73152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70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Авто-статьи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990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дважды в день (09:00 и 21:00 МСК) создаёт статьи в базу знаний через cron.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456432"/>
            <a:ext cx="73152" cy="73152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Синхронизация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Локальные изменения сохраняются в localStorage. Новые данные от Hermes добавляются автоматически.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050792"/>
            <a:ext cx="73152" cy="73152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959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Темы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4178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цветовых тем: Light, Dark, Paper, Ink, Slate, Warm, Cool, Mono, Sepia, Forest, Pink, Green, Dark Green.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Штаб — мини-презентация</dc:title>
  <dc:subject>PptxGenJS Presentation</dc:subject>
  <dc:creator>Hermes</dc:creator>
  <cp:lastModifiedBy>Hermes</cp:lastModifiedBy>
  <cp:revision>1</cp:revision>
  <dcterms:created xsi:type="dcterms:W3CDTF">2026-08-07T05:44:59Z</dcterms:created>
  <dcterms:modified xsi:type="dcterms:W3CDTF">2026-08-07T05:44:59Z</dcterms:modified>
</cp:coreProperties>
</file>